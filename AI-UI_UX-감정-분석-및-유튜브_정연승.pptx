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66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png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42" Type="http://schemas.openxmlformats.org/officeDocument/2006/relationships/image" Target="../media/image51.pn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png"/><Relationship Id="rId41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5" Type="http://schemas.openxmlformats.org/officeDocument/2006/relationships/image" Target="../media/image5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Relationship Id="rId30" Type="http://schemas.openxmlformats.org/officeDocument/2006/relationships/image" Target="../media/image39.png"/><Relationship Id="rId35" Type="http://schemas.openxmlformats.org/officeDocument/2006/relationships/image" Target="../media/image44.png"/><Relationship Id="rId43" Type="http://schemas.openxmlformats.org/officeDocument/2006/relationships/image" Target="../media/image52.png"/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9" Type="http://schemas.openxmlformats.org/officeDocument/2006/relationships/image" Target="../media/image45.png"/><Relationship Id="rId21" Type="http://schemas.openxmlformats.org/officeDocument/2006/relationships/image" Target="../media/image64.png"/><Relationship Id="rId34" Type="http://schemas.openxmlformats.org/officeDocument/2006/relationships/image" Target="../media/image40.png"/><Relationship Id="rId42" Type="http://schemas.openxmlformats.org/officeDocument/2006/relationships/image" Target="../media/image74.pn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6" Type="http://schemas.openxmlformats.org/officeDocument/2006/relationships/image" Target="../media/image59.png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40" Type="http://schemas.openxmlformats.org/officeDocument/2006/relationships/image" Target="../media/image46.png"/><Relationship Id="rId45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3.png"/><Relationship Id="rId44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2.png"/><Relationship Id="rId35" Type="http://schemas.openxmlformats.org/officeDocument/2006/relationships/image" Target="../media/image41.png"/><Relationship Id="rId43" Type="http://schemas.openxmlformats.org/officeDocument/2006/relationships/image" Target="../media/image48.png"/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20" Type="http://schemas.openxmlformats.org/officeDocument/2006/relationships/image" Target="../media/image63.png"/><Relationship Id="rId41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88.png"/><Relationship Id="rId39" Type="http://schemas.openxmlformats.org/officeDocument/2006/relationships/image" Target="../media/image50.png"/><Relationship Id="rId21" Type="http://schemas.openxmlformats.org/officeDocument/2006/relationships/image" Target="../media/image86.png"/><Relationship Id="rId34" Type="http://schemas.openxmlformats.org/officeDocument/2006/relationships/image" Target="../media/image46.png"/><Relationship Id="rId7" Type="http://schemas.openxmlformats.org/officeDocument/2006/relationships/image" Target="../media/image7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37.png"/><Relationship Id="rId33" Type="http://schemas.openxmlformats.org/officeDocument/2006/relationships/image" Target="../media/image45.png"/><Relationship Id="rId38" Type="http://schemas.openxmlformats.org/officeDocument/2006/relationships/image" Target="../media/image49.png"/><Relationship Id="rId2" Type="http://schemas.openxmlformats.org/officeDocument/2006/relationships/image" Target="../media/image17.png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76.png"/><Relationship Id="rId24" Type="http://schemas.openxmlformats.org/officeDocument/2006/relationships/image" Target="../media/image72.png"/><Relationship Id="rId32" Type="http://schemas.openxmlformats.org/officeDocument/2006/relationships/image" Target="../media/image44.png"/><Relationship Id="rId37" Type="http://schemas.openxmlformats.org/officeDocument/2006/relationships/image" Target="../media/image34.png"/><Relationship Id="rId5" Type="http://schemas.openxmlformats.org/officeDocument/2006/relationships/image" Target="../media/image5.png"/><Relationship Id="rId15" Type="http://schemas.openxmlformats.org/officeDocument/2006/relationships/image" Target="../media/image80.png"/><Relationship Id="rId23" Type="http://schemas.openxmlformats.org/officeDocument/2006/relationships/image" Target="../media/image71.pn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31" Type="http://schemas.openxmlformats.org/officeDocument/2006/relationships/image" Target="../media/image43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Relationship Id="rId35" Type="http://schemas.openxmlformats.org/officeDocument/2006/relationships/image" Target="../media/image47.png"/><Relationship Id="rId8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37.png"/><Relationship Id="rId39" Type="http://schemas.openxmlformats.org/officeDocument/2006/relationships/image" Target="../media/image49.png"/><Relationship Id="rId21" Type="http://schemas.openxmlformats.org/officeDocument/2006/relationships/image" Target="../media/image100.png"/><Relationship Id="rId34" Type="http://schemas.openxmlformats.org/officeDocument/2006/relationships/image" Target="../media/image45.png"/><Relationship Id="rId7" Type="http://schemas.openxmlformats.org/officeDocument/2006/relationships/image" Target="../media/image7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72.png"/><Relationship Id="rId33" Type="http://schemas.openxmlformats.org/officeDocument/2006/relationships/image" Target="../media/image44.png"/><Relationship Id="rId38" Type="http://schemas.openxmlformats.org/officeDocument/2006/relationships/image" Target="../media/image34.png"/><Relationship Id="rId2" Type="http://schemas.openxmlformats.org/officeDocument/2006/relationships/image" Target="../media/image17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90.png"/><Relationship Id="rId24" Type="http://schemas.openxmlformats.org/officeDocument/2006/relationships/image" Target="../media/image71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4.png"/><Relationship Id="rId36" Type="http://schemas.openxmlformats.org/officeDocument/2006/relationships/image" Target="../media/image47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31" Type="http://schemas.openxmlformats.org/officeDocument/2006/relationships/image" Target="../media/image42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3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8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72.png"/><Relationship Id="rId21" Type="http://schemas.openxmlformats.org/officeDocument/2006/relationships/image" Target="../media/image116.png"/><Relationship Id="rId34" Type="http://schemas.openxmlformats.org/officeDocument/2006/relationships/image" Target="../media/image129.png"/><Relationship Id="rId42" Type="http://schemas.openxmlformats.org/officeDocument/2006/relationships/image" Target="../media/image39.png"/><Relationship Id="rId47" Type="http://schemas.openxmlformats.org/officeDocument/2006/relationships/image" Target="../media/image44.png"/><Relationship Id="rId50" Type="http://schemas.openxmlformats.org/officeDocument/2006/relationships/image" Target="../media/image47.pn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6" Type="http://schemas.openxmlformats.org/officeDocument/2006/relationships/image" Target="../media/image111.png"/><Relationship Id="rId29" Type="http://schemas.openxmlformats.org/officeDocument/2006/relationships/image" Target="../media/image124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27.png"/><Relationship Id="rId37" Type="http://schemas.openxmlformats.org/officeDocument/2006/relationships/image" Target="../media/image132.png"/><Relationship Id="rId40" Type="http://schemas.openxmlformats.org/officeDocument/2006/relationships/image" Target="../media/image37.png"/><Relationship Id="rId45" Type="http://schemas.openxmlformats.org/officeDocument/2006/relationships/image" Target="../media/image42.png"/><Relationship Id="rId53" Type="http://schemas.openxmlformats.org/officeDocument/2006/relationships/image" Target="../media/image49.png"/><Relationship Id="rId5" Type="http://schemas.openxmlformats.org/officeDocument/2006/relationships/image" Target="../media/image5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26.png"/><Relationship Id="rId44" Type="http://schemas.openxmlformats.org/officeDocument/2006/relationships/image" Target="../media/image41.png"/><Relationship Id="rId52" Type="http://schemas.openxmlformats.org/officeDocument/2006/relationships/image" Target="../media/image34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Relationship Id="rId35" Type="http://schemas.openxmlformats.org/officeDocument/2006/relationships/image" Target="../media/image130.png"/><Relationship Id="rId43" Type="http://schemas.openxmlformats.org/officeDocument/2006/relationships/image" Target="../media/image133.png"/><Relationship Id="rId48" Type="http://schemas.openxmlformats.org/officeDocument/2006/relationships/image" Target="../media/image45.png"/><Relationship Id="rId8" Type="http://schemas.openxmlformats.org/officeDocument/2006/relationships/image" Target="../media/image8.png"/><Relationship Id="rId51" Type="http://schemas.openxmlformats.org/officeDocument/2006/relationships/image" Target="../media/image48.png"/><Relationship Id="rId3" Type="http://schemas.openxmlformats.org/officeDocument/2006/relationships/image" Target="../media/image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28.png"/><Relationship Id="rId38" Type="http://schemas.openxmlformats.org/officeDocument/2006/relationships/image" Target="../media/image71.png"/><Relationship Id="rId46" Type="http://schemas.openxmlformats.org/officeDocument/2006/relationships/image" Target="../media/image43.png"/><Relationship Id="rId20" Type="http://schemas.openxmlformats.org/officeDocument/2006/relationships/image" Target="../media/image115.png"/><Relationship Id="rId41" Type="http://schemas.openxmlformats.org/officeDocument/2006/relationships/image" Target="../media/image38.png"/><Relationship Id="rId54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36" Type="http://schemas.openxmlformats.org/officeDocument/2006/relationships/image" Target="../media/image131.png"/><Relationship Id="rId4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0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49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142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39.png"/><Relationship Id="rId30" Type="http://schemas.openxmlformats.org/officeDocument/2006/relationships/image" Target="../media/image141.png"/><Relationship Id="rId8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0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49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145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43.png"/><Relationship Id="rId30" Type="http://schemas.openxmlformats.org/officeDocument/2006/relationships/image" Target="../media/image144.png"/><Relationship Id="rId8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46.png"/><Relationship Id="rId30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49.png"/><Relationship Id="rId30" Type="http://schemas.openxmlformats.org/officeDocument/2006/relationships/image" Target="../media/image15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50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49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153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51.png"/><Relationship Id="rId30" Type="http://schemas.openxmlformats.org/officeDocument/2006/relationships/image" Target="../media/image152.png"/><Relationship Id="rId8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33" Type="http://schemas.openxmlformats.org/officeDocument/2006/relationships/image" Target="../media/image156.gif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147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34.png"/><Relationship Id="rId30" Type="http://schemas.openxmlformats.org/officeDocument/2006/relationships/image" Target="../media/image155.png"/><Relationship Id="rId8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57.png"/><Relationship Id="rId30" Type="http://schemas.openxmlformats.org/officeDocument/2006/relationships/image" Target="../media/image1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60.png"/><Relationship Id="rId30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7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43.png"/><Relationship Id="rId7" Type="http://schemas.openxmlformats.org/officeDocument/2006/relationships/image" Target="../media/image7.png"/><Relationship Id="rId12" Type="http://schemas.openxmlformats.org/officeDocument/2006/relationships/image" Target="../media/image136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17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35.png"/><Relationship Id="rId24" Type="http://schemas.openxmlformats.org/officeDocument/2006/relationships/image" Target="../media/image46.png"/><Relationship Id="rId32" Type="http://schemas.openxmlformats.org/officeDocument/2006/relationships/image" Target="../media/image50.png"/><Relationship Id="rId5" Type="http://schemas.openxmlformats.org/officeDocument/2006/relationships/image" Target="../media/image5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34.png"/><Relationship Id="rId10" Type="http://schemas.openxmlformats.org/officeDocument/2006/relationships/image" Target="../media/image134.png"/><Relationship Id="rId19" Type="http://schemas.openxmlformats.org/officeDocument/2006/relationships/image" Target="../media/image138.png"/><Relationship Id="rId31" Type="http://schemas.openxmlformats.org/officeDocument/2006/relationships/image" Target="../media/image49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72.png"/><Relationship Id="rId22" Type="http://schemas.openxmlformats.org/officeDocument/2006/relationships/image" Target="../media/image44.png"/><Relationship Id="rId27" Type="http://schemas.openxmlformats.org/officeDocument/2006/relationships/image" Target="../media/image162.png"/><Relationship Id="rId30" Type="http://schemas.openxmlformats.org/officeDocument/2006/relationships/image" Target="../media/image1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4.png"/><Relationship Id="rId18" Type="http://schemas.openxmlformats.org/officeDocument/2006/relationships/image" Target="../media/image165.png"/><Relationship Id="rId26" Type="http://schemas.openxmlformats.org/officeDocument/2006/relationships/image" Target="../media/image46.png"/><Relationship Id="rId3" Type="http://schemas.openxmlformats.org/officeDocument/2006/relationships/image" Target="../media/image17.png"/><Relationship Id="rId21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80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2" Type="http://schemas.openxmlformats.org/officeDocument/2006/relationships/image" Target="../media/image134.png"/><Relationship Id="rId16" Type="http://schemas.openxmlformats.org/officeDocument/2006/relationships/image" Target="../media/image72.png"/><Relationship Id="rId20" Type="http://schemas.openxmlformats.org/officeDocument/2006/relationships/image" Target="../media/image40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6.png"/><Relationship Id="rId24" Type="http://schemas.openxmlformats.org/officeDocument/2006/relationships/image" Target="../media/image44.png"/><Relationship Id="rId32" Type="http://schemas.openxmlformats.org/officeDocument/2006/relationships/image" Target="../media/image167.png"/><Relationship Id="rId5" Type="http://schemas.openxmlformats.org/officeDocument/2006/relationships/image" Target="../media/image18.png"/><Relationship Id="rId15" Type="http://schemas.openxmlformats.org/officeDocument/2006/relationships/image" Target="../media/image71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39.png"/><Relationship Id="rId31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87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1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8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89900" y="7988300"/>
            <a:ext cx="34467800" cy="237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8572500"/>
            <a:ext cx="17233900" cy="11811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3800" y="3568700"/>
            <a:ext cx="10782300" cy="47117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700" y="8775700"/>
            <a:ext cx="1879600" cy="838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2100" y="8940800"/>
            <a:ext cx="419100" cy="4191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44700" y="8636000"/>
            <a:ext cx="2514600" cy="1130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122400" y="8940800"/>
            <a:ext cx="431800" cy="431800"/>
          </a:xfrm>
          <a:prstGeom prst="rect">
            <a:avLst/>
          </a:prstGeom>
        </p:spPr>
      </p:pic>
      <p:grpSp>
        <p:nvGrpSpPr>
          <p:cNvPr id="23" name="Group 2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00200" y="3136900"/>
            <a:ext cx="1282700" cy="1028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9100" y="3175000"/>
            <a:ext cx="26543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6300" y="5143500"/>
            <a:ext cx="1955800" cy="1117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5334000"/>
            <a:ext cx="18034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35600" y="5194300"/>
            <a:ext cx="1498600" cy="901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1700" y="6210300"/>
            <a:ext cx="3378200" cy="1663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6362700"/>
            <a:ext cx="1803400" cy="508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5600" y="6223000"/>
            <a:ext cx="1600200" cy="901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51700" y="7251700"/>
            <a:ext cx="2362200" cy="1663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7416800"/>
            <a:ext cx="180340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5600" y="7277100"/>
            <a:ext cx="1600200" cy="90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51700" y="8293100"/>
            <a:ext cx="2616200" cy="1663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2400" y="8445500"/>
            <a:ext cx="1803400" cy="508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35600" y="8318500"/>
            <a:ext cx="1600200" cy="901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08000" y="5168900"/>
            <a:ext cx="3289300" cy="166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5334000"/>
            <a:ext cx="1803400" cy="508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04600" y="5194300"/>
            <a:ext cx="1587500" cy="901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08000" y="6197600"/>
            <a:ext cx="2616200" cy="1663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6362700"/>
            <a:ext cx="1803400" cy="508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04600" y="6223000"/>
            <a:ext cx="1600200" cy="901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70600" y="1219200"/>
            <a:ext cx="2984500" cy="16383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80000" y="1308100"/>
            <a:ext cx="1117600" cy="1117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54200" y="2057400"/>
            <a:ext cx="1168400" cy="965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09700" y="1206500"/>
            <a:ext cx="2209800" cy="939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5" name="Picture 4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59" name="Group 5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3208000" y="7251700"/>
            <a:ext cx="2946400" cy="16637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7416800"/>
            <a:ext cx="1803400" cy="508000"/>
          </a:xfrm>
          <a:prstGeom prst="rect">
            <a:avLst/>
          </a:prstGeom>
        </p:spPr>
      </p:pic>
      <p:pic>
        <p:nvPicPr>
          <p:cNvPr id="63" name="Picture 6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404600" y="7277100"/>
            <a:ext cx="15875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3300" y="1219200"/>
            <a:ext cx="6045200" cy="1638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0800" y="3568700"/>
            <a:ext cx="6019800" cy="1193800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3700" y="3644900"/>
            <a:ext cx="1117600" cy="1117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5900" y="3759200"/>
            <a:ext cx="3797300" cy="1155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30800" y="4927600"/>
            <a:ext cx="6731000" cy="11938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10200" y="5041900"/>
            <a:ext cx="1206500" cy="1079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65900" y="5105400"/>
            <a:ext cx="4292600" cy="1155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30800" y="7442200"/>
            <a:ext cx="11861800" cy="1536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15700" y="3568700"/>
            <a:ext cx="5664200" cy="1193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63500" y="3759200"/>
            <a:ext cx="4178300" cy="1155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0400" y="7518400"/>
            <a:ext cx="7683500" cy="1143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07100" y="8216900"/>
            <a:ext cx="8534400" cy="749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014200" y="4927600"/>
            <a:ext cx="4965700" cy="11938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95100" y="3619500"/>
            <a:ext cx="1143000" cy="11430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81600" y="6769100"/>
            <a:ext cx="4483100" cy="127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509500" y="6769100"/>
            <a:ext cx="4483100" cy="127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30800" y="1384300"/>
            <a:ext cx="1054100" cy="10541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423900" y="5105400"/>
            <a:ext cx="3530600" cy="1155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71000" y="6438900"/>
            <a:ext cx="3454400" cy="825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41500" y="2044700"/>
            <a:ext cx="1638300" cy="647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41500" y="2603500"/>
            <a:ext cx="2044700" cy="6477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48" name="Group 4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9" name="Picture 4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50" name="Group 5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1" name="Picture 5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52" name="Group 5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3" name="Picture 53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54" name="Group 5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5" name="Picture 55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166600" y="4927600"/>
            <a:ext cx="1193800" cy="11938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64" name="Picture 56">
            <a:extLst>
              <a:ext uri="{FF2B5EF4-FFF2-40B4-BE49-F238E27FC236}">
                <a16:creationId xmlns:a16="http://schemas.microsoft.com/office/drawing/2014/main" id="{3F462B56-ABF4-6D1B-ABF1-6DCC56C70F41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pic>
        <p:nvPicPr>
          <p:cNvPr id="65" name="Picture 58">
            <a:extLst>
              <a:ext uri="{FF2B5EF4-FFF2-40B4-BE49-F238E27FC236}">
                <a16:creationId xmlns:a16="http://schemas.microsoft.com/office/drawing/2014/main" id="{5F84AE27-5882-1164-8981-7AD5C4528C12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30800" y="3530600"/>
            <a:ext cx="11861800" cy="18288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7556500" y="4445000"/>
            <a:ext cx="12700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0800" y="5638800"/>
            <a:ext cx="5842000" cy="35941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95250000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8000" y="6680200"/>
            <a:ext cx="4851400" cy="12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8700" y="3746500"/>
            <a:ext cx="6223000" cy="1574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5700" y="3835400"/>
            <a:ext cx="1816100" cy="1333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0" y="5753100"/>
            <a:ext cx="2171700" cy="1041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37200" y="7073900"/>
            <a:ext cx="4445000" cy="1752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7900" y="5638800"/>
            <a:ext cx="5842000" cy="35941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95250000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95100" y="6680200"/>
            <a:ext cx="4851400" cy="12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7700" y="4152900"/>
            <a:ext cx="508000" cy="508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93500" y="5753100"/>
            <a:ext cx="2108200" cy="1041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544300" y="7073900"/>
            <a:ext cx="5130800" cy="1752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83300" y="1219200"/>
            <a:ext cx="4445000" cy="16383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81600" y="1409700"/>
            <a:ext cx="901700" cy="889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41500" y="2044700"/>
            <a:ext cx="1638300" cy="647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41500" y="3162300"/>
            <a:ext cx="1422400" cy="647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5900" y="4457700"/>
            <a:ext cx="7543800" cy="4775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66700" y="4445000"/>
            <a:ext cx="4025900" cy="4787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53100" y="4165600"/>
            <a:ext cx="2743200" cy="635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3000" y="4165600"/>
            <a:ext cx="2260600" cy="7874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3100" y="5016500"/>
            <a:ext cx="6756400" cy="1879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0900" y="5194300"/>
            <a:ext cx="6413500" cy="1651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309600" y="5702300"/>
            <a:ext cx="3340100" cy="1651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40400" y="7048500"/>
            <a:ext cx="6756400" cy="18796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2500" y="4241800"/>
            <a:ext cx="469900" cy="469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423900" y="4165600"/>
            <a:ext cx="3111500" cy="635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20800" y="4191000"/>
            <a:ext cx="2501900" cy="1181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30900" y="7239000"/>
            <a:ext cx="5143500" cy="16510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449300" y="4102100"/>
            <a:ext cx="762000" cy="7620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83300" y="1219200"/>
            <a:ext cx="4013200" cy="16383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07000" y="1485900"/>
            <a:ext cx="825500" cy="825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841500" y="2044700"/>
            <a:ext cx="1638300" cy="6477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54200" y="2628900"/>
            <a:ext cx="2044700" cy="965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41500" y="3721100"/>
            <a:ext cx="1612900" cy="6477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4" name="Picture 4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51" name="Group 5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47800" y="4953000"/>
            <a:ext cx="330200" cy="330200"/>
          </a:xfrm>
          <a:prstGeom prst="rect">
            <a:avLst/>
          </a:prstGeom>
        </p:spPr>
      </p:pic>
      <p:grpSp>
        <p:nvGrpSpPr>
          <p:cNvPr id="53" name="Group 5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4" name="Picture 54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57" name="Group 5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8" name="Picture 5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3200" y="5156200"/>
            <a:ext cx="3111500" cy="76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77700" y="5105400"/>
            <a:ext cx="203200" cy="203200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1800" y="6184900"/>
            <a:ext cx="2895600" cy="76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77700" y="6134100"/>
            <a:ext cx="203200" cy="203200"/>
          </a:xfrm>
          <a:prstGeom prst="rect">
            <a:avLst/>
          </a:prstGeom>
        </p:spPr>
      </p:pic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0" y="7188200"/>
            <a:ext cx="2692400" cy="76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77700" y="7124700"/>
            <a:ext cx="203200" cy="20320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04400" y="8216900"/>
            <a:ext cx="2413000" cy="76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77700" y="8153400"/>
            <a:ext cx="203200" cy="203200"/>
          </a:xfrm>
          <a:prstGeom prst="rect">
            <a:avLst/>
          </a:prstGeom>
        </p:spPr>
      </p:pic>
      <p:grpSp>
        <p:nvGrpSpPr>
          <p:cNvPr id="27" name="Group 2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8" name="Picture 2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7600" y="4140200"/>
            <a:ext cx="3479800" cy="76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77700" y="4089400"/>
            <a:ext cx="203200" cy="203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3500" y="3556000"/>
            <a:ext cx="6210300" cy="5194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547600" y="3657600"/>
            <a:ext cx="2006600" cy="1270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585700" y="4140200"/>
            <a:ext cx="2209800" cy="914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47600" y="4686300"/>
            <a:ext cx="2362200" cy="12700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585700" y="5194300"/>
            <a:ext cx="2552700" cy="914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547600" y="5702300"/>
            <a:ext cx="1803400" cy="850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85700" y="6235700"/>
            <a:ext cx="3962400" cy="914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547600" y="6781800"/>
            <a:ext cx="2679700" cy="1270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573000" y="7239000"/>
            <a:ext cx="2819400" cy="6096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547600" y="7810500"/>
            <a:ext cx="2159000" cy="8509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585700" y="8343900"/>
            <a:ext cx="2374900" cy="914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86700" y="3479800"/>
            <a:ext cx="1155700" cy="1447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45500" y="4508500"/>
            <a:ext cx="1257300" cy="14478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29700" y="5537200"/>
            <a:ext cx="1282700" cy="14478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01200" y="6553200"/>
            <a:ext cx="1282700" cy="14478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23500" y="7581900"/>
            <a:ext cx="1270000" cy="14478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083300" y="1219200"/>
            <a:ext cx="5194300" cy="16383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143500" y="1409700"/>
            <a:ext cx="990600" cy="9906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41500" y="2044700"/>
            <a:ext cx="1638300" cy="647700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53" name="Picture 53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841500" y="4279900"/>
            <a:ext cx="1981200" cy="6477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56" name="Group 5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7" name="Picture 57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58" name="Group 5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9" name="Picture 59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1" name="Picture 61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62" name="Group 6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3" name="Picture 63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7" name="Picture 67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68" name="Group 6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9" name="Picture 6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3" name="Picture 73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51500" y="3822700"/>
            <a:ext cx="6692900" cy="4572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38862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928600" y="7962900"/>
            <a:ext cx="3022600" cy="7620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649200" y="4864100"/>
            <a:ext cx="4178300" cy="12446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49900" y="3822700"/>
            <a:ext cx="6629400" cy="45847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38862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814300" y="7594600"/>
            <a:ext cx="3378200" cy="9779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941300" y="3175000"/>
            <a:ext cx="3759200" cy="4432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8800" y="3822700"/>
            <a:ext cx="3175000" cy="5080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4069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560300" y="7861300"/>
            <a:ext cx="3340100" cy="1346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3400" y="3733800"/>
            <a:ext cx="3175000" cy="5080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4069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357100" y="8394700"/>
            <a:ext cx="2844800" cy="749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8800" y="3632200"/>
            <a:ext cx="3175000" cy="50800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4069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331700" y="8280400"/>
            <a:ext cx="3327400" cy="749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823700" y="3517900"/>
            <a:ext cx="4660900" cy="2146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7" name="Group 4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8" name="Picture 4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6400" y="3187700"/>
            <a:ext cx="4406900" cy="1295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090400" y="8280400"/>
            <a:ext cx="3340100" cy="5715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115800" y="3619500"/>
            <a:ext cx="3733800" cy="4521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  <p:pic>
        <p:nvPicPr>
          <p:cNvPr id="48" name="그림 47" descr="전자제품, 텍스트, 스크린샷, 전자 기기이(가) 표시된 사진&#10;&#10;자동 생성된 설명">
            <a:extLst>
              <a:ext uri="{FF2B5EF4-FFF2-40B4-BE49-F238E27FC236}">
                <a16:creationId xmlns:a16="http://schemas.microsoft.com/office/drawing/2014/main" id="{4F0C7717-E0EB-2AC9-EE48-821ED6CCCF6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619500"/>
            <a:ext cx="50546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49900" y="3987800"/>
            <a:ext cx="7493000" cy="4152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0640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093700" y="7264400"/>
            <a:ext cx="3949700" cy="10160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7800" y="30353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549900" y="4203700"/>
            <a:ext cx="7493000" cy="3924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0640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131800" y="7467600"/>
            <a:ext cx="3086100" cy="1003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8600" y="3060700"/>
            <a:ext cx="11938000" cy="5905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6200" y="1397000"/>
            <a:ext cx="9906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3300" y="1219200"/>
            <a:ext cx="4000500" cy="1638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1500" y="2032000"/>
            <a:ext cx="16383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41500" y="4851400"/>
            <a:ext cx="1587500" cy="647700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9" name="Picture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3" name="Picture 3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5" name="Picture 3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1" name="Picture 41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51500" y="5372100"/>
            <a:ext cx="7416800" cy="2755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486400" y="3187700"/>
            <a:ext cx="4064000" cy="1295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131800" y="7683500"/>
            <a:ext cx="2768600" cy="7874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854200" y="5435600"/>
            <a:ext cx="1790700" cy="965200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600" y="3060700"/>
            <a:ext cx="11938000" cy="59055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3400"/>
            <a:ext cx="3886200" cy="92329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190500000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7556500" y="4445000"/>
            <a:ext cx="12700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5700" y="3835400"/>
            <a:ext cx="1816100" cy="1333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3300" y="1219200"/>
            <a:ext cx="4483100" cy="1638300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1600" y="1409700"/>
            <a:ext cx="901700" cy="889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41500" y="2044700"/>
            <a:ext cx="1638300" cy="647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9700" y="1206500"/>
            <a:ext cx="2171700" cy="939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2616200"/>
            <a:ext cx="2044700" cy="965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54200" y="3187700"/>
            <a:ext cx="1422400" cy="965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54200" y="3746500"/>
            <a:ext cx="1574800" cy="965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54200" y="4305300"/>
            <a:ext cx="1993900" cy="965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54200" y="4876800"/>
            <a:ext cx="1574800" cy="965200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98600" y="2108200"/>
            <a:ext cx="266700" cy="330200"/>
          </a:xfrm>
          <a:prstGeom prst="rect">
            <a:avLst/>
          </a:prstGeom>
        </p:spPr>
      </p:pic>
      <p:grpSp>
        <p:nvGrpSpPr>
          <p:cNvPr id="31" name="Group 3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60500" y="3835400"/>
            <a:ext cx="330200" cy="254000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4100" y="1473200"/>
            <a:ext cx="266700" cy="292100"/>
          </a:xfrm>
          <a:prstGeom prst="rect">
            <a:avLst/>
          </a:prstGeom>
        </p:spPr>
      </p:pic>
      <p:grpSp>
        <p:nvGrpSpPr>
          <p:cNvPr id="35" name="Group 3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7800" y="3238500"/>
            <a:ext cx="330200" cy="330200"/>
          </a:xfrm>
          <a:prstGeom prst="rect">
            <a:avLst/>
          </a:prstGeom>
        </p:spPr>
      </p:pic>
      <p:grpSp>
        <p:nvGrpSpPr>
          <p:cNvPr id="37" name="Group 3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8" name="Picture 3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73200" y="4356100"/>
            <a:ext cx="304800" cy="317500"/>
          </a:xfrm>
          <a:prstGeom prst="rect">
            <a:avLst/>
          </a:prstGeom>
        </p:spPr>
      </p:pic>
      <p:grpSp>
        <p:nvGrpSpPr>
          <p:cNvPr id="39" name="Group 3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47800" y="4940300"/>
            <a:ext cx="330200" cy="330200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2" name="Picture 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85900" y="2705100"/>
            <a:ext cx="317500" cy="2667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71600" y="8623300"/>
            <a:ext cx="1231900" cy="6604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41500" y="5410200"/>
            <a:ext cx="1778000" cy="647700"/>
          </a:xfrm>
          <a:prstGeom prst="rect">
            <a:avLst/>
          </a:prstGeom>
        </p:spPr>
      </p:pic>
      <p:grpSp>
        <p:nvGrpSpPr>
          <p:cNvPr id="45" name="Group 4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73200" y="5511800"/>
            <a:ext cx="292100" cy="3048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3162300"/>
            <a:ext cx="11938000" cy="59055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816600" y="4800600"/>
            <a:ext cx="915670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39100" y="-4038600"/>
            <a:ext cx="34467800" cy="1846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533400"/>
            <a:ext cx="17233900" cy="92329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89900" y="7988300"/>
            <a:ext cx="34467800" cy="237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8572500"/>
            <a:ext cx="17233900" cy="11811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9900" y="355600"/>
            <a:ext cx="34467800" cy="673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33400"/>
            <a:ext cx="17233900" cy="3429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" y="596900"/>
            <a:ext cx="190500" cy="190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96900"/>
            <a:ext cx="190500" cy="19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596900"/>
            <a:ext cx="190500" cy="1905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912100" y="2476500"/>
            <a:ext cx="2463800" cy="2463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6100" y="4838700"/>
            <a:ext cx="14160500" cy="2311400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44700" y="8636000"/>
            <a:ext cx="2514600" cy="1130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22400" y="8940800"/>
            <a:ext cx="431800" cy="431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정 연승</cp:lastModifiedBy>
  <cp:revision>4</cp:revision>
  <dcterms:created xsi:type="dcterms:W3CDTF">2006-08-16T00:00:00Z</dcterms:created>
  <dcterms:modified xsi:type="dcterms:W3CDTF">2024-06-03T08:05:00Z</dcterms:modified>
</cp:coreProperties>
</file>